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SDLC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5CF6"/>
                </a:solidFill>
              </a:rPr>
              <a:t>Mastra TypeScript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Supervised Agents  ·  Workflows  ·  Tools  ·  Human Gates  ·  Azure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4206240"/>
            <a:ext cx="1737360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206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Supervised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4206240"/>
            <a:ext cx="1737360" cy="34747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206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Agent +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206240"/>
            <a:ext cx="173736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206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Human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206240"/>
            <a:ext cx="1737360" cy="34747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4206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DevOps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4206240"/>
            <a:ext cx="173736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4206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Health / Blocker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Command Center  ·  Azure Web App  ·  React.js + .NET Core + SQL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Full SDLC Pipeline — 12 Phases · 11 Agents · 20 Tools · 6 Human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94360"/>
            <a:ext cx="7498079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  Requirement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217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Jira Agent ·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7498079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8813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✋  Gate 1 — Product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10642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Approve requirement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63624"/>
            <a:ext cx="7498079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7276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  Design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59105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Figma Agent ·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48256"/>
            <a:ext cx="7498079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05740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3  Sprint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0756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Scrum Master · Supervised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32888"/>
            <a:ext cx="7498079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5420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✋  Gate 2 — Tech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5603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Design + sprint approved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7498079" cy="4114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26663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4 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04495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DevOps Agent · Bicep · Pipelines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7498079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5112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5 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52958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Dev Agent · React + .NET Core + 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86784"/>
            <a:ext cx="7498079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99592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6  Post-dev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01421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Code Review · Security · Perf · 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71416"/>
            <a:ext cx="7498079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480559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✋  Gate 3 — Tech Lead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4988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Code review sign-off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56048"/>
            <a:ext cx="7498079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96519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7  QA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9834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QA Agent · Playwright · xUnit · OWASP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440680"/>
            <a:ext cx="7498079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44982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✋  Gate 4 — QA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46811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All tests 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25312"/>
            <a:ext cx="7498079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93445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8  UAT + Prod 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9527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Deploy Agent · Health Check 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594360"/>
            <a:ext cx="39319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60350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✋  Gate 5 — PM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217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UAT business approval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1078992"/>
            <a:ext cx="3931920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108813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9  Production 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11064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Deploy Agent · Zero-downtime swap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79" y="1563624"/>
            <a:ext cx="39319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157276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✋  Gate 6 — PM + DevOps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15910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Production go-live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2048256"/>
            <a:ext cx="393192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205740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10 Azure Health 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20756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Health Agent · App Insights · Blocker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2532888"/>
            <a:ext cx="3931920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254203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11 Monitoring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2560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Monitoring Agent · 30-min watch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79" y="3017520"/>
            <a:ext cx="3931920" cy="4114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0" y="3026663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12 Post-Prod Parallel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04495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Release Notes · Documentation Agents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55279" y="3502152"/>
            <a:ext cx="3931920" cy="4114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01000" y="351129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 Final Dashboard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35295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Command Center · Azure Web App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4114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← Phases 1–11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Agents &amp; Tools — Complete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94360"/>
            <a:ext cx="1828800" cy="4389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603504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🎯  Project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13816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Supervised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594360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63093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Orchestrator — coordinates all 11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594360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6309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jiraUpdateTool · notificationTool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69848"/>
            <a:ext cx="1828800" cy="43891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078992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📋  Jira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289304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Agent + 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069848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10642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Requirement intake · Jira ticket creation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69848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1064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jiraCreateTool · jiraUpdateTool · emailNotify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45336"/>
            <a:ext cx="1828800" cy="43891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554480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🎨  Figma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176479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Agent +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1545336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158191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UI/UX design spec · Component breakdown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545336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5819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figmaCreateTool · figmaComponentTool · jiraUpdate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020824"/>
            <a:ext cx="1828800" cy="43891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2029967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🏃  Scrum 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2240280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Supervised 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2020824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20574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Sprint planning · Story points · Ceremonies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020824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057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jiraSprintTool · calendarAPI · teamsNotify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496312"/>
            <a:ext cx="1828800" cy="43891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250545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💻  Dev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2715768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Agent + Workflow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8840" y="2496312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253288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React TS + .NET Core + SQL code generation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496312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532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githubBranchTool · githubPRTool · jiraUpdate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971800"/>
            <a:ext cx="1828800" cy="4389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" y="2980944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🏗️  DevOps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" y="3191256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Supervised 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48840" y="2971800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94560" y="300837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CI/CD pipelines · Bicep · Azure provisioning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971800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0083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azurePipelineTool · bicepTool · keyVaultTool · slotSwap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447288"/>
            <a:ext cx="1828800" cy="43891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" y="3456432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🧪  QA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3666744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Agent + Workflow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8840" y="3447288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94560" y="348386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Playwright · xUnit · OWASP · Accessibility · Chaos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447288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4838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playwrightTool · xunitTool · owaspTool · a11yTool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922776"/>
            <a:ext cx="1828800" cy="43891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" y="3931920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🚀  Deploy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" y="414223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Agent + Workflow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48840" y="3922776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395935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UAT + Production · Zero-downtime slot swap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3922776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39593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azurePipelineTool · slotSwapTool · healthCheck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398264"/>
            <a:ext cx="182880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" y="4407408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💊  Health Agent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" y="4617720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Supervised Agent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48840" y="4398264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94560" y="44348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Azure App Service · API · DB health · Blocker raise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4398264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80" y="4434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healthCheckTool · appInsightsTool · blockerTool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873752"/>
            <a:ext cx="1828800" cy="43891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" y="4882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📊  Monitoring Agent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2608" y="5093208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Agent + Workflow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40" y="4873752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94560" y="491032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30-min post-prod watch · Error &amp; perf metrics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4873752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5080" y="49103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azureAppInsightsTool · notificationTool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349240"/>
            <a:ext cx="1828800" cy="43891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2608" y="5358383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📋  Release Notes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608" y="5568696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Agent + Workflow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48840" y="5349240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94560" y="538581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Sprint release notes · Jira changelog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5349240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5080" y="53858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jiraUpdateTool · notificationTool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824727"/>
            <a:ext cx="1828800" cy="438912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2608" y="5833871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📚  Documentation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2608" y="6044183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Agent + Workflow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148840" y="5824727"/>
            <a:ext cx="4114800" cy="438912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94560" y="5861303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API docs · Component docs · ADRs · README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5824727"/>
            <a:ext cx="557784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55080" y="586130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notificationTool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" y="4754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4A3B8"/>
                </a:solidFill>
              </a:rPr>
              <a:t>Agent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48840" y="47548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Description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9360" y="47548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Human Approval Gates &amp; Execution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21792"/>
            <a:ext cx="128016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658368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Gate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621792"/>
            <a:ext cx="182880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9494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Product 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621792"/>
            <a:ext cx="4389120" cy="4572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67665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Requirement sign-off before design starts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621792"/>
            <a:ext cx="393192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6766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Suspend workflow · await approval · resume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52144"/>
            <a:ext cx="128016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188720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Gate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152144"/>
            <a:ext cx="182880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122529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Tech Lead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152144"/>
            <a:ext cx="4389120" cy="4572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20700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Design + sprint plan approved before dev starts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152144"/>
            <a:ext cx="393192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207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Suspend workflow · await approval · resume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682495"/>
            <a:ext cx="128016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1719072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Gate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682495"/>
            <a:ext cx="182880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175564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Tech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1682495"/>
            <a:ext cx="4389120" cy="4572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17373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Code review sign-off · Dev to QA handoff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1682495"/>
            <a:ext cx="393192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17373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Suspend workflow · await approval · resume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212848"/>
            <a:ext cx="128016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2249424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Gate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2212848"/>
            <a:ext cx="182880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228600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QA Lead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2212848"/>
            <a:ext cx="4389120" cy="4572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22677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All tests pass · QA sign-off before UAT deploy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2212848"/>
            <a:ext cx="393192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22677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Suspend workflow · await approval · resume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743200"/>
            <a:ext cx="128016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2779776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Gate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0200" y="2743200"/>
            <a:ext cx="182880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281635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Project Manager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743200"/>
            <a:ext cx="4389120" cy="4572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279806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UAT business validation · UAT to Prod approved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2743200"/>
            <a:ext cx="393192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27980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Suspend workflow · await approval · resume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273552"/>
            <a:ext cx="128016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" y="3310128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Gate 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00200" y="3273552"/>
            <a:ext cx="182880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0" y="3346704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PM + DevOps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3273552"/>
            <a:ext cx="4389120" cy="4572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0440" y="332841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Production go-live · rollback plan confirmed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3273552"/>
            <a:ext cx="3931920" cy="4572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33284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Suspend workflow · await approval · resume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48463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0200" y="4846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Approver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48463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When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48463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Mastra: human-in-the-loop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40233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</a:rPr>
              <a:t>Parallel vs Sequential — Decision Engine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407408"/>
            <a:ext cx="2743200" cy="10972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4462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🔀  .parallel()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47365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Independent modules run simultaneously
Role Mgmt + Forum Mgmt + Access Mgmt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54679" y="4407408"/>
            <a:ext cx="2743200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46120" y="4462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➡️  .then()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46120" y="47365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Sequential when shared DB schema
Step N completes before Step N+1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4407408"/>
            <a:ext cx="2743200" cy="10972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79" y="4462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🔀  Post-dev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79" y="47365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Code review · Security · Perf · Docs
All run in parallel post-development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15400" y="4407408"/>
            <a:ext cx="2743200" cy="109728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06840" y="4462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🔀  Post-prod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6840" y="47365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Monitoring · Release Notes · Docs
All run in parallel post-production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Azure Health Check Agent &amp; Deployment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94360"/>
            <a:ext cx="3840480" cy="256032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💊 Azure Health Check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Supervised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azure-health-check  →  App Service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990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azure-app-insights  →  Error rate / perf /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API ping tool       →  Response time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562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DB connection       →  SQL Server 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848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azure-raise-blocker →  Creates Jira blocker if unhealthy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134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send-notification   →  Urgent alert to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91840"/>
            <a:ext cx="3840480" cy="1645920"/>
          </a:xfrm>
          <a:prstGeom prst="rect">
            <a:avLst/>
          </a:prstGeom>
          <a:solidFill>
            <a:srgbClr val="3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46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🚨 Blocker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11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Route Blocker Agent — escalates to Orchestrator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13632"/>
            <a:ext cx="65836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136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QA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" y="3913632"/>
            <a:ext cx="65836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9136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Health alert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92224" y="3913632"/>
            <a:ext cx="65836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92224" y="39136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Security issue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05456" y="3913632"/>
            <a:ext cx="65836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05456" y="39136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Performance breach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8688" y="3913632"/>
            <a:ext cx="65836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18688" y="39136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API outage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Deployment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005840"/>
            <a:ext cx="1207008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105156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💊 Health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137160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azure-health-agent checks
target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97296" y="1508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98464" y="1005840"/>
            <a:ext cx="1207008" cy="128016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4184" y="105156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✅ or 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4184" y="137160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PASS → proceed
FAIL → raise blocker, STOP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1508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4928" y="1005840"/>
            <a:ext cx="1207008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0648" y="105156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🚀 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0648" y="137160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azure-trigger-pipeline
→ build → test → publish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0224" y="1508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51392" y="1005840"/>
            <a:ext cx="1207008" cy="12801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7112" y="105156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🔄 Slot Swap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7112" y="137160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azure-slot-swap
zero-downtime swap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1508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77856" y="1005840"/>
            <a:ext cx="1207008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23576" y="105156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💊 Post 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23576" y="137160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Re-run health check
30-min monitoring window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03152" y="15087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704320" y="1005840"/>
            <a:ext cx="1207008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50040" y="1051560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✋ Approval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50040" y="137160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Human gate:
PM or PM+DevOps sign-off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2487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Environments: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487168"/>
            <a:ext cx="1097280" cy="27432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50607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2487168"/>
            <a:ext cx="1097280" cy="27432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67928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2487168"/>
            <a:ext cx="1097280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87000" y="2487168"/>
            <a:ext cx="109728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87000" y="2487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2944368"/>
            <a:ext cx="7315200" cy="109728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0" y="299923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Post-Production — run in parallel  .parallel()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3310128"/>
            <a:ext cx="2286000" cy="62179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79" y="3337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</a:rPr>
              <a:t>📊 Monitoring
Agent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97879" y="3383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30-min watch
App Insights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40879" y="3310128"/>
            <a:ext cx="2286000" cy="62179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19" y="3337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</a:rPr>
              <a:t>📋 Release Notes
Agent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19" y="3383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Jira changelog
Version history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8319" y="3310128"/>
            <a:ext cx="2286000" cy="62179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59" y="3337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</a:rPr>
              <a:t>📚 Documentation
Agent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52759" y="3383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API docs · ADRs
README 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Mastra TypeScript — Implementation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94360"/>
            <a:ext cx="4114800" cy="5943600"/>
          </a:xfrm>
          <a:prstGeom prst="rect">
            <a:avLst/>
          </a:prstGeom>
          <a:solidFill>
            <a:srgbClr val="27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</a:rPr>
              <a:t>📁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926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src/mastra/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agents/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4D399"/>
                </a:solidFill>
              </a:rPr>
              <a:t>    project-manager-agent.ts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jira-agent.ts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7393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figma-agent.ts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7510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scrum-master-agent.ts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7627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dev-agent.ts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923C"/>
                </a:solidFill>
              </a:rPr>
              <a:t>    devops-agent.ts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7860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qa-agent.ts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7977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deploy-agent.ts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8094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87171"/>
                </a:solidFill>
              </a:rPr>
              <a:t>    azure-health-agent.ts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8211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post-prod-agents.ts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38328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tools/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58444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jira-tool.ts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78561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figma-tool.ts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8678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github-tool.ts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8795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923C"/>
                </a:solidFill>
              </a:rPr>
              <a:t>    azure-devops-tool.ts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8912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87171"/>
                </a:solidFill>
              </a:rPr>
              <a:t>    azure-health-tool.ts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59028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qa-tools.ts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9145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workflows/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99262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5CF6"/>
                </a:solidFill>
              </a:rPr>
              <a:t>    sdlc-workflow.ts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19379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5CF6"/>
                </a:solidFill>
              </a:rPr>
              <a:t>  index.ts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594360"/>
            <a:ext cx="7223760" cy="14173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667512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Agent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941832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new Agent({
  id: "jira-agent",
  model: groq("llama-3.3-70b"),
  tools: { jiraCreateTool },
  instructions: `...`
})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130552"/>
            <a:ext cx="7223760" cy="14173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2203704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Workflow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2478024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createWorkflow({ id: "sdlc-workflow" })
  .then(step1Requirement)
  .then(step2Design)
  .then(step3SprintPlanning)
  // ...
  .commit()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666744"/>
            <a:ext cx="7223760" cy="14173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373989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Tool Pattern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014215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createTool({
  id: "jira-create-ticket",
  inputSchema: z.object({ title }),
  execute: async ({ context }) =&gt; {
    // call Jira REST API
  }
})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5202936"/>
            <a:ext cx="7223760" cy="14173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5276088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Parallel Step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5550407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const [monRes, relRes, docRes] =
  await Promise.all([
    monitoringAgent.generate([...]),
    releaseNotesAgent.generate([...]),
    documentationAgent.generate([...])
  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Command Center — Azure Web App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94360"/>
            <a:ext cx="2331720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📋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2354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Jira Agent
Ticket created
Acceptance criteria
Business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94360"/>
            <a:ext cx="2331720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6492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🎨 Design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92354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Figma Agent
Screen list
Component map
Handoff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594360"/>
            <a:ext cx="2331720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6492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🏃 Sprint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92354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Scrum Master
Sprint goal set
Capacity planned
Ceremonies booked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594360"/>
            <a:ext cx="2331720" cy="12801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6492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🏗️ DevOps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92354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DevOps Agent
Bicep deployed
Pipeline ready
Secrets stored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594360"/>
            <a:ext cx="2331720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64922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💻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92354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Dev Agent
SQL schema
.NET Core API
React TypeScript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11680"/>
            <a:ext cx="2331720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0665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🧪 QA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34086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QA Agent
Playwright ✅
xUnit ✅
OWASP ✅  a11y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011680"/>
            <a:ext cx="2331720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0665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🚀 UAT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34086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Deploy Agent
Health ✅
Slot swap done
Gate 5 cleared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2011680"/>
            <a:ext cx="2331720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0665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🚀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34086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Deploy Agent
Health ✅
Zero-downtime
Gate 6 cleared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011680"/>
            <a:ext cx="2331720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20665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📊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34086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Monitoring Agent
Errors: 2/30min
Perf: 450ms
Availability 99.9%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2011680"/>
            <a:ext cx="2331720" cy="1280160"/>
          </a:xfrm>
          <a:prstGeom prst="rect">
            <a:avLst/>
          </a:prstGeom>
          <a:solidFill>
            <a:srgbClr val="0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20665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📋 Release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340864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Release Agent
v1.2.0 published
Changelog ready
Team notified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520440"/>
            <a:ext cx="1161288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566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Human Approval Gates Cleared: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5478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Gate 1
Product Owner 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35478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Gate 2
Tech Lead 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35478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Gate 3
Tech Lead 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35478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Gate 4
QA Lead 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9408" y="35478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Gate 5
Project Manager 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5478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Gate 6
PM + DevOps 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206240"/>
            <a:ext cx="11612880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79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🌐 Production: 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4279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🔒 Security: CLEAN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4279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♿ Accessibility: 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279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📈 Perf: 450ms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279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🤖 Powered by Mastra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279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☁️ Azure Web 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9377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</a:rPr>
              <a:t>One Requirement → Full SDLC → Production in minutes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376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11 Agents  ·  20 Tools  ·  12 Workflow Steps  ·  6 Human Gates  ·  Azure Cloud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57607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github.com/yourorg/sdlc-agentic-ai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